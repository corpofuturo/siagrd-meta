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portada. SATAM es el sistema ya construido. El enfoque es despliegue, no construcción. Resaltar que la Gobernación y el CDGRD ya son avalistas.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 tiene 4 dimensiones. Los 45 minutos de registro es el dato más impactante para gestores — significa que las decisiones se toman sin información actualizada.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Meta no es solo inundaciones. La diversidad de amenazas justifica un sistema integrado — no se pueden tener plataformas separadas para cada tipo de evento.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SATAM no es un proyecto desde cero. El sistema existe. La inversión del cooperante cubre despliegue, formación y sostenibilidad — no construcción. Este punto diferencia radicalmente la propuesta.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sola app para todos simplifica radicalmente el soporte técnico. El sistema detecta el perfil al iniciar sesión y muestra solo las funciones correspondientes. Esto reduce la curva de aprendizaje y los errores de usuario.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conectividad intermitente es el mayor obstáculo técnico en el Meta. SATAM fue diseñado desde el inicio para operar offline — no es un parche. Esta capacidad es crítica para la credibilidad del sistema en zonas rurales.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minutos vs 2 minutos — ese es el impacto real. El sistema actual de radio y llamadas encadenadas pierde tiempo crítico. SATAM notifica simultáneamente a toda la cadena.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SATAM conecta todos los niveles del SNGRD en el Meta. Desde la UNGRD hasta los bomberos voluntarios de cada municipio. Esta articulación es la clave de la efectividad operativa.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Cobertura 100% — sin exclusiones. Mapiripán y Villavicencio tienen el mismo acceso al sistema. La equidad territorial es un argumento poderoso tanto para el cooperante como para la Gobernación.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plan incluye un piloto deliberado en meses 7-9. No saltamos directo a los 29 municipios — aprendemos, ajustamos y luego escalamos. Esto reduce el riesgo y genera confianza tanto en el cooperante como en la Gobernación.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Equipo delgado y eficiente. La continuidad está garantizada por los dos roles de liderazgo durante los 24 meses. Los roles técnicos son intensivos en la fase inicial y se reducen conforme el sistema se estabiliza.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infraestructura usa el mismo stack que empresas bancarias — Cloudflare, backups cifrados, monitoreo 24/7 — pero a costo de ONG. El costo de sostenibilidad de $160/mes post-proyecto es marginal para la Gobernación.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83% del presupuesto es talento humano — lo que es estándar en proyectos de cooperación. La ausencia de contrapartida facilita la aprobación. El cooperante financia el 100% sin carga a la Gobernación.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selección de Japón no es arbitraria. El Marco de Sendai fue desarrollado con liderazgo japonés en 2015 y Japón financia activamente su implementación a nivel local. SATAM es la operacionalización práctica de ese marco.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este slide al cooperante japonés demuestra que entendemos sus prioridades. El Marco de Sendai no es solo un referente — es el marco de acción que Japón promueve activamente en el mundo.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ratio 1:8 es el más poderoso de este slide. Invertir $100K hoy en prevención puede evitar pérdidas de $800K en atención de emergencias. Este argumento es clave para gestores públicos y cooperantes que miden impacto.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transferencia es total e incondicional. La licencia MIT es la más permisiva que existe — el Meta puede modificar, copiar, distribuir el sistema sin restricción alguna. Incluida la posibilidad de ofrecerlo a otros departamentos como activo público.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CORPOFUTURO no es una empresa externa — es la organización que construyó SATAM. Las relaciones institucionales son preexistentes y reducen significativamente el riesgo de ejecución del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compromiso es exclusivamente institucional — no financiero. Firmar una carta de aval es práctica estándar en cooperación internacional. La Gobernación no desembolsa un solo peso. Solo respalda.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paso 1 es el más urgente: julio 2026. Con las cartas de aval firmadas, CORPOFUTURO puede iniciar formalmente el proceso con la Embajada de Japón en agosto. Todo el proceso puede completarse en 6 meses.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cierre. La pregunta directa al final: ¿cuándo podemos coordinar la firma de las cartas de aval? El sistema existe. El equipo está listo. Solo falta el respaldo institucional de la Gobernación.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D7A27">
              <a:alpha val="30000"/>
            </a:srgbClr>
          </a:solidFill>
          <a:ln w="12700">
            <a:solidFill>
              <a:srgbClr val="2D7A27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943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SATAM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Alertas Tempranas de Amenazas Múltiples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487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 del Meta — Colombia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828800" y="2999232"/>
            <a:ext cx="54864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1272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Presentado por: Corporación Compartir Futuro — CORPOFUTURO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493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aval de la Gobernación del Meta y el CDGRD Meta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 2026 — Versión 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Meta enfrenta amenazas múltiples sin sistema integrado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19202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960120"/>
            <a:ext cx="1920240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4632" y="1188720"/>
            <a:ext cx="17739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29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municipios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84632" y="2880360"/>
            <a:ext cx="17739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sistema digital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alertas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446020" y="960120"/>
            <a:ext cx="19202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446020" y="960120"/>
            <a:ext cx="1920240" cy="1097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9172" y="1188720"/>
            <a:ext cx="17739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4E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~1 millón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1D4E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habitantes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19172" y="2880360"/>
            <a:ext cx="17739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canal oficial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alertas tempranas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80560" y="960120"/>
            <a:ext cx="19202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80560" y="960120"/>
            <a:ext cx="192024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3712" y="1188720"/>
            <a:ext cx="17739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 minutos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553712" y="2880360"/>
            <a:ext cx="17739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promedio 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incidente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15100" y="960120"/>
            <a:ext cx="19202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15100" y="960120"/>
            <a:ext cx="1920240" cy="109728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8252" y="1188720"/>
            <a:ext cx="17739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7A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 de 29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588252" y="2880360"/>
            <a:ext cx="17739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municipios con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digital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Mapa de riesgos del Departamento del Meta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1051560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508760" y="96926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Inundaciones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126187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ríos Meta, Ariari, Guayabero, Guaviare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645920"/>
            <a:ext cx="841248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645920"/>
            <a:ext cx="1051560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508760" y="170078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Remoción en masa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08760" y="199339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piedemonte — El Calvario, San Juanito, Cumaral, Restrepo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377440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377440"/>
            <a:ext cx="105156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37744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08760" y="243230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Incendios forestales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272491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del departamento — La Macarena, Uribe, Mesetas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108960"/>
            <a:ext cx="841248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108960"/>
            <a:ext cx="105156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10896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508760" y="316382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Sismos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08760" y="345643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subducción cordillera oriental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840480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840480"/>
            <a:ext cx="105156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84048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ESPECÍFICO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508760" y="389534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Derrames de hidrocarburos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508760" y="418795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Rubiales / Puerto Gaitán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572000"/>
            <a:ext cx="841248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4572000"/>
            <a:ext cx="105156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57200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FRECUENTE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508760" y="462686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Accidentes viales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508760" y="491947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40 (Bogotá-Villavicencio), ruta 65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SATAM: una plataforma, todos los actores del sistema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SATAM ya fue construido. Lo que presentamos es su despliegue en los 29 municipios, formación y sostenibilidad.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64208"/>
            <a:ext cx="402336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64208"/>
            <a:ext cx="4023360" cy="47548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6420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WEB — coordinación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231136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departamental en tiempo real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con todos los incidentes y alertas activas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desde cualquier computador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664208"/>
            <a:ext cx="402336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664208"/>
            <a:ext cx="4023360" cy="475488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66420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SATAM — campo y ciudadanía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2231136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app Android para todos los roles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menú se adapta según el perfil del usuario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Roles: Administrador, CDGRD, CMGRD, Socorro, Ciudadano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Una app, cinco perfiles de usuario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1572768" cy="3566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29768" y="1097280"/>
            <a:ext cx="1444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ADMINISTRADOR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0352" y="1874520"/>
            <a:ext cx="1243584" cy="0"/>
          </a:xfrm>
          <a:prstGeom prst="line">
            <a:avLst/>
          </a:prstGeom>
          <a:noFill/>
          <a:ln w="889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984248"/>
            <a:ext cx="14447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total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y reportes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29968" y="960120"/>
            <a:ext cx="1572768" cy="35661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93976" y="1097280"/>
            <a:ext cx="1444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CDGRD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94560" y="1874520"/>
            <a:ext cx="1243584" cy="0"/>
          </a:xfrm>
          <a:prstGeom prst="line">
            <a:avLst/>
          </a:prstGeom>
          <a:noFill/>
          <a:ln w="889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1984248"/>
            <a:ext cx="14447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departamentales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 todos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municipios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94176" y="960120"/>
            <a:ext cx="1572768" cy="3566160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58184" y="1097280"/>
            <a:ext cx="1444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CMGRD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58768" y="1874520"/>
            <a:ext cx="1243584" cy="0"/>
          </a:xfrm>
          <a:prstGeom prst="line">
            <a:avLst/>
          </a:prstGeom>
          <a:noFill/>
          <a:ln w="889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58184" y="1984248"/>
            <a:ext cx="14447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municipio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Incidentes y recursos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damnificados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58384" y="960120"/>
            <a:ext cx="1572768" cy="35661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22392" y="1097280"/>
            <a:ext cx="1444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SOCORRO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522976" y="1874520"/>
            <a:ext cx="1243584" cy="0"/>
          </a:xfrm>
          <a:prstGeom prst="line">
            <a:avLst/>
          </a:prstGeom>
          <a:noFill/>
          <a:ln w="889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22392" y="1984248"/>
            <a:ext cx="14447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de campo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disponibles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OFFLINE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internet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022592" y="960120"/>
            <a:ext cx="1572768" cy="3566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086600" y="1097280"/>
            <a:ext cx="1444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CIUDADANO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187184" y="1874520"/>
            <a:ext cx="1243584" cy="0"/>
          </a:xfrm>
          <a:prstGeom prst="line">
            <a:avLst/>
          </a:prstGeom>
          <a:noFill/>
          <a:ln w="8890">
            <a:solidFill>
              <a:srgbClr val="1E293B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86600" y="1984248"/>
            <a:ext cx="14447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alertas push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 eventos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Guías de preparación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Diseñado para el Meta real — funciona sin internet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3200400" cy="4023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05840"/>
            <a:ext cx="30175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7A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SIN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2D7A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INTERNET</a:t>
            </a:r>
            <a:endParaRPr lang="en-US" sz="2600" dirty="0"/>
          </a:p>
          <a:p>
            <a:pPr algn="ctr" indent="0" marL="0">
              <a:buNone/>
            </a:pP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2D7A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2600" dirty="0"/>
          </a:p>
          <a:p>
            <a:pPr algn="ctr" indent="0" marL="0">
              <a:buNone/>
            </a:pP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2D7A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FUNCIONA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749040" y="960120"/>
            <a:ext cx="50292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749040" y="960120"/>
            <a:ext cx="91440" cy="868680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0" y="101498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guardados localmente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31920" y="1371600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almacena datos cuando no hay señal — ningún registro se pierde en campo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49040" y="1947672"/>
            <a:ext cx="50292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49040" y="1947672"/>
            <a:ext cx="91440" cy="868680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0" y="200253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 automática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31920" y="2359152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recuperar conexión sincroniza automáticamente con el servidor central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49040" y="2935224"/>
            <a:ext cx="50292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49040" y="2935224"/>
            <a:ext cx="91440" cy="868680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0" y="299008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Municipios críticos cubiertos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31920" y="3346704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Mapiripán, La Macarena, Uribe, Mesetas — las zonas más remotas del Meta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749040" y="3922776"/>
            <a:ext cx="50292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49040" y="3922776"/>
            <a:ext cx="91440" cy="868680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0" y="3977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pérdida de datos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931920" y="4334256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organismos de socorro en campo trabajan con confianza total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 evento a la alerta: menos de 2 minutos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246888" y="914400"/>
            <a:ext cx="1874520" cy="1371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46888" y="98755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92608" y="1389888"/>
            <a:ext cx="1783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IDEAM/SGC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evento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76272" y="914400"/>
            <a:ext cx="274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505456" y="914400"/>
            <a:ext cx="1874520" cy="13716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05456" y="98755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551176" y="1389888"/>
            <a:ext cx="1783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SATAM genera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automática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34840" y="914400"/>
            <a:ext cx="274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764024" y="914400"/>
            <a:ext cx="1874520" cy="1371600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64024" y="98755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09744" y="1389888"/>
            <a:ext cx="1783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Notificación push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toda la cadena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93408" y="914400"/>
            <a:ext cx="274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022592" y="914400"/>
            <a:ext cx="187452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022592" y="98755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068312" y="1389888"/>
            <a:ext cx="1783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automático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sistema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24871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 de notificación: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2852928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CDGRD departamental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CMGRD del municipio afectado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Organismos de socorro en campo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Ciudadanos del municipio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2487168"/>
            <a:ext cx="40233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258775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Niveles de alerta: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92040" y="2944368"/>
            <a:ext cx="804672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944368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806440" y="2944368"/>
            <a:ext cx="804672" cy="365760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06440" y="2944368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AMARILLO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720840" y="2944368"/>
            <a:ext cx="804672" cy="3657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0840" y="2944368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NARANJA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635240" y="2944368"/>
            <a:ext cx="804672" cy="365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35240" y="2944368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92040" y="34290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Canales: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92040" y="37490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SATAM (notificación push)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institucional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institucional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Toda la institucionalidad del Meta conectada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841248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9601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NACIONAL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423160" y="96012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UNGRD   |   IDEAM   |   SGC (Servicio Geológico)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148840"/>
            <a:ext cx="8412480" cy="1417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14884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DEPARTAMENTAL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23160" y="2148840"/>
            <a:ext cx="6217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Gobernación del Meta — CDGRD   |   Cruz Roja Seccional Meta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 Civil Meta   |   Bomberos Villavicencio   |   CORMACARENA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749040"/>
            <a:ext cx="8412480" cy="1170432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3749040"/>
            <a:ext cx="1828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MUNICIPAL (×29)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23160" y="3749040"/>
            <a:ext cx="6217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Alcaldías + CMGRD (×29)   |   Bomberos Voluntarios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 Civil seccionales   |   Cruz Roja seccionales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Cobertura total del Departamento del Meta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960120"/>
            <a:ext cx="3931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Villavicencio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Acacías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Barranca de Upía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Cabuyaro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Castilla La Nueva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Cubarral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Cumaral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Calvario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Castillo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Dorado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de Oro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Granada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Guamal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Macarena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Lejanías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663440" y="960120"/>
            <a:ext cx="3931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Mapiripán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Mesetas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Concordia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Gaitán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Lleras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López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Rico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Restrepo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Carlos de Guaroa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Juan de Arama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Juanito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Martín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Uribe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Hermosa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4343400"/>
            <a:ext cx="8412480" cy="6675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343400"/>
            <a:ext cx="8229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290 funcionarios de CMGRD  +  120 de entidades de socorro  capacitados en los 29 municipios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 sistema existente a los 29 municipios en 24 meses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84124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896112"/>
            <a:ext cx="1554480" cy="7315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96112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1–6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11680" y="1005840"/>
            <a:ext cx="5212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y ajuste final del sistema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84124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719072"/>
            <a:ext cx="1554480" cy="7315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19072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7–9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0" y="1828800"/>
            <a:ext cx="5212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en 5 municipios representativos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542032"/>
            <a:ext cx="84124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542032"/>
            <a:ext cx="1554480" cy="731520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542032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10–12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2651760"/>
            <a:ext cx="5212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Expansión a los 29 municipios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406640" y="2651760"/>
            <a:ext cx="1234440" cy="512064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0" y="2651760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HITO: 29/29 activos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364992"/>
            <a:ext cx="84124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364992"/>
            <a:ext cx="1554480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364992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13–21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11680" y="3474720"/>
            <a:ext cx="5212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Seguimiento, promoción ciudadana, formación continua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4187952"/>
            <a:ext cx="84124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4187952"/>
            <a:ext cx="155448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187952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22–24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011680" y="4297680"/>
            <a:ext cx="5212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Transferencia completa a la Gobernación del Meta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406640" y="4297680"/>
            <a:ext cx="1234440" cy="512064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06640" y="4297680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FINAL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Equipo especializado de CORPOFUTURO</a:t>
            </a:r>
            <a:endParaRPr lang="en-US" sz="2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96112"/>
          <a:ext cx="8412480" cy="2834640"/>
        </p:xfrm>
        <a:graphic>
          <a:graphicData uri="http://schemas.openxmlformats.org/drawingml/2006/table">
            <a:tbl>
              <a:tblPr/>
              <a:tblGrid>
                <a:gridCol w="5303520"/>
                <a:gridCol w="31089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 de Proyecto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meses — tiempo completo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 Técnico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meses — tiempo completo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Desarrolladores Full-Stack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meses — ajuste y despliegue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Analista Funcional + Diseñador UX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meses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Capacitador 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meses — formación en territorio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365760" y="3931920"/>
            <a:ext cx="8412480" cy="86868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39776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Director de Proyecto y el Director Técnico acompañan todo el proceso — desde el arranque hasta la entrega a la Gobernación del Meta.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Tecnología de nivel empresarial a costo de ONG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0233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14400"/>
            <a:ext cx="4023360" cy="47548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SERVIDOR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3749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VPS cloud dedicado — $160/mes.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disponibilidad, 99.9% uptime garantizado.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0233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914400"/>
            <a:ext cx="4023360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91440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SEGURIDAD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463040"/>
            <a:ext cx="3749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WAF + TLS 1.3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+ Backups diarios cifrados AES-256.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926080"/>
            <a:ext cx="40233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926080"/>
            <a:ext cx="4023360" cy="475488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2608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MONITOREO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3474720"/>
            <a:ext cx="3749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automáticas 24/7.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errores en tiempo real al equipo técnico.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2926080"/>
            <a:ext cx="40233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926080"/>
            <a:ext cx="402336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92608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POST-PROYECTO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3474720"/>
            <a:ext cx="3749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operativo: ~$160/mes.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Cubierto por la Gobernación del Meta al finalizar.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USD $100.000 — 100% financiado por el cooperante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3657600"/>
        </p:xfrm>
        <a:graphic>
          <a:graphicData uri="http://schemas.openxmlformats.org/drawingml/2006/table">
            <a:tbl>
              <a:tblPr/>
              <a:tblGrid>
                <a:gridCol w="5943600"/>
                <a:gridCol w="228600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RUBRO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 de Proyecto (24 meses)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$36.000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 Técnico (24 meses)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Desarrolladores × 2 (6 meses)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Analista + Diseñador UX (6 meses)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$4.800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Capacitador TIC (12 meses)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Infraestructura cloud (24 meses × $160)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$3.840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Equipos (portátiles + tablets)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$3.800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Viáticos y transporte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$5.516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Difusión ciudadana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Imprevistos (2%)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$2.044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TOTAL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A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$100.000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A27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46634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contrapartida. Recursos 100% del cooperante.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 qué la Embajada del Japón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86968"/>
            <a:ext cx="8412480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1440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Embajada de Japón en Colombia — Programa Grassroots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 proyectos de ONG hasta $100.000 USD  |  Foco: gestión de riesgos y comunidades vulnerables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286000"/>
            <a:ext cx="84124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286000"/>
            <a:ext cx="109728" cy="6400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35000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Japón es el referente mundial en gestión de desastres — autor e impulsor del Marco de Sendai 2015-2030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017520"/>
            <a:ext cx="84124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3017520"/>
            <a:ext cx="109728" cy="640080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0815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SATAM implementa el Marco de Sendai a nivel municipal — exactamente el tipo de proyecto que Japón financia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749040"/>
            <a:ext cx="84124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749040"/>
            <a:ext cx="109728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813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Programa Grassroots está diseñado para ONG como CORPOFUTURO — presupuesto y escala exactos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4526280"/>
            <a:ext cx="8412480" cy="420624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52628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Cooperantes alternativos: KOICA (Corea del Sur)  |  COSUDE (Suiza)  |  AECID (España)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SATAM alineado con los marcos que más le importan al cooperante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14400"/>
            <a:ext cx="182880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0"/>
            <a:ext cx="17922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de Sendai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2015-2030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359152" y="96926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3: Invertir en reducción del riesgo de desastres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59152" y="129844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JAPÓN — principal patrocinador del Marco de Sendai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19072"/>
            <a:ext cx="8412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719072"/>
            <a:ext cx="1828800" cy="7132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719072"/>
            <a:ext cx="17922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 11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59152" y="177393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Ciudades y comunidades sostenibles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59152" y="210312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SATAM protege comunidades urbanas y rurales del Meta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523744"/>
            <a:ext cx="8412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523744"/>
            <a:ext cx="1828800" cy="713232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523744"/>
            <a:ext cx="17922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 13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59152" y="257860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climática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359152" y="290779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alertas tempranas son acción climática directa y efectiva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328416"/>
            <a:ext cx="8412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328416"/>
            <a:ext cx="1828800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328416"/>
            <a:ext cx="17922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1523/2012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59152" y="338328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Nacional de Gestión del Riesgo de Colombia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359152" y="3712464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SATAM fortalece los CMGRD — mandato legal colombiano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133088"/>
            <a:ext cx="8412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4133088"/>
            <a:ext cx="1828800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4133088"/>
            <a:ext cx="17922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Nacional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GdR 2015-2025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359152" y="41879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Fortalecimiento de capacidades municipales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359152" y="451713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290 funcionarios de CMGRD capacitados en los 29 municipios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Impacto concreto para el Departamento del Meta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02336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14400"/>
            <a:ext cx="502920" cy="11155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5029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87552" y="1005840"/>
            <a:ext cx="32735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en tiempo real — no más radio y llamadas para coordinar emergencias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02336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914400"/>
            <a:ext cx="502920" cy="1115568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914400"/>
            <a:ext cx="5029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76672" y="1005840"/>
            <a:ext cx="32735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municipios y todas las entidades de socorro coordinados en una sola plataforma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402336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148840"/>
            <a:ext cx="502920" cy="1115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148840"/>
            <a:ext cx="5029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87552" y="2240280"/>
            <a:ext cx="32735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millón de habitantes con alertas tempranas directamente en su celular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2148840"/>
            <a:ext cx="402336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148840"/>
            <a:ext cx="502920" cy="11155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148840"/>
            <a:ext cx="5029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376672" y="2240280"/>
            <a:ext cx="32735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incidentes: de 45 minutos a menos de 5 minutos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383280"/>
            <a:ext cx="402336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383280"/>
            <a:ext cx="502920" cy="11155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383280"/>
            <a:ext cx="5029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87552" y="3474720"/>
            <a:ext cx="32735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 prevención vs. atención: ratio estimado 1:8 según estándares internacionales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3383280"/>
            <a:ext cx="402336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3383280"/>
            <a:ext cx="502920" cy="1115568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3383280"/>
            <a:ext cx="5029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376672" y="3474720"/>
            <a:ext cx="32735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finalizar: sistema 100% del Meta — código abierto, sin licencias, transferible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 mes 24, todo es de la Gobernación del Meta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1148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60120"/>
            <a:ext cx="438912" cy="685800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438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05156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fuente completo (GitHub — licencia MIT, libre y sin restricciones)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41148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737360"/>
            <a:ext cx="438912" cy="685800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37360"/>
            <a:ext cx="438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182880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VPS funcionando en producción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514600"/>
            <a:ext cx="41148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514600"/>
            <a:ext cx="438912" cy="685800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514600"/>
            <a:ext cx="438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26060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y certificados digitales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291840"/>
            <a:ext cx="41148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291840"/>
            <a:ext cx="438912" cy="685800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438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338328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de todos los servicios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960120"/>
            <a:ext cx="41148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960120"/>
            <a:ext cx="438912" cy="685800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960120"/>
            <a:ext cx="438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212080" y="105156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técnico de administrador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1737360"/>
            <a:ext cx="41148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1737360"/>
            <a:ext cx="438912" cy="685800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1737360"/>
            <a:ext cx="438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212080" y="182880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usuario por cada rol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2514600"/>
            <a:ext cx="41148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2514600"/>
            <a:ext cx="438912" cy="685800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2514600"/>
            <a:ext cx="438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212080" y="26060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técnico de la Gobernación capacitado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663440" y="3291840"/>
            <a:ext cx="41148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3291840"/>
            <a:ext cx="438912" cy="685800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3291840"/>
            <a:ext cx="438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212080" y="338328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Acta formal de transferencia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160520"/>
            <a:ext cx="841248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16052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Gobernación del Meta puede compartir el sistema con cualquier otro departamento del país.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Quiénes somos — Corporación Compartir Futuro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84124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896112"/>
            <a:ext cx="137160" cy="2194560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60120"/>
            <a:ext cx="7955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CORPOFUTURO es una ONG colombiana con experiencia en gestión del riesgo y desarrollo tecnológico para el sector público. Contamos con el equipo técnico que desarrolló SATAM v1.0 y relaciones institucionales establecidas con la Gobernación del Meta, el CDGRD y los 29 municipios del departamento.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32461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Origen: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Colombiana — Villavicencio, Meta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36301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Naturaleza: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sin ánimo de lucro (ONG)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401421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Especialidad: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del riesgo + Desarrollo tecnológico sector público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4398264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 preestablecidas: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Gobernación del Meta + CDGRD + 29 municipios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4645152"/>
            <a:ext cx="8412480" cy="384048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gerente@corpofuturo.org  |  Villavicencio, Meta, Colombia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aval que abre la puerta a la cooperación internacional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14400"/>
            <a:ext cx="804672" cy="10789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046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298448" y="1005840"/>
            <a:ext cx="7269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CARTA DE AVAL OFICIAL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98448" y="1426464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oficial de la Gobernación del Meta respaldando el proyecto ante la Embajada de Japón y cualquier otro cooperante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121408"/>
            <a:ext cx="841248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121408"/>
            <a:ext cx="804672" cy="1078992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21408"/>
            <a:ext cx="8046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298448" y="2212848"/>
            <a:ext cx="7269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CARTA DE AVAL CDGRD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98448" y="2633472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Compromiso del Consejo Departamental de Gestión del Riesgo del Meta como entidad técnica del Sistema Nacional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328416"/>
            <a:ext cx="841248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328416"/>
            <a:ext cx="804672" cy="10789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28416"/>
            <a:ext cx="8046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1298448" y="3419856"/>
            <a:ext cx="7269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ARTICULACIÓN MUNICIPAL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98448" y="3840480"/>
            <a:ext cx="7269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con los 29 alcaldes del Meta para garantizar participación activa en las jornadas de capacitación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4572000"/>
            <a:ext cx="8412480" cy="420624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57200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CORPOFUTURO gestiona la financiación y ejecuta el proyecto. La Gobernación avala y recibe el sistema al finalizar.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Hoja de ruta hacia la cooperación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32688"/>
            <a:ext cx="84124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32688"/>
            <a:ext cx="1691640" cy="7315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 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76272" y="987552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de cartas de aval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76272" y="1335024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Gobernación del Meta + CDGRD Meta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755648"/>
            <a:ext cx="84124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755648"/>
            <a:ext cx="1691640" cy="7315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55648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76272" y="1810512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formal del proyecto a la Embajada del Japón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76272" y="2157984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Grassroots — proceso de postulación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578608"/>
            <a:ext cx="84124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578608"/>
            <a:ext cx="1691640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578608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Sep–Oct 2026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76272" y="2633472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y aprobación por parte del cooperante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76272" y="2980944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de evaluación del cooperante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401568"/>
            <a:ext cx="84124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401568"/>
            <a:ext cx="1691640" cy="731520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401568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176272" y="3456432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del convenio de cooperación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176272" y="3803904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CORPOFUTURO + Cooperante + Gobernación del Meta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4224528"/>
            <a:ext cx="84124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4224528"/>
            <a:ext cx="169164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224528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Enero 2027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176272" y="4279392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oficial del proyecto SATAM — Departamento del Meta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176272" y="4626864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Arranque formal del proyecto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7A27"/>
          </a:solidFill>
          <a:ln w="12700">
            <a:solidFill>
              <a:srgbClr val="2D7A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Meta ya tiene el sistema.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necesita el aval y el cooperante para llevarlo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sus 29 municipios y al millón de personas que los habitan.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0" y="3246120"/>
            <a:ext cx="54864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4015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CORPOFUTURO — gerente@corpofuturo.org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46227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SATAM | Sistema de Alertas Tempranas de Amenazas Múltiples | Versión 2 — Junio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SATAM — Sistema de Alertas Tempranas de Amenazas Múltiples</dc:title>
  <dc:subject>PptxGenJS Presentation</dc:subject>
  <dc:creator>Corporación Compartir Futuro — CORPOFUTURO</dc:creator>
  <cp:lastModifiedBy>Corporación Compartir Futuro — CORPOFUTURO</cp:lastModifiedBy>
  <cp:revision>1</cp:revision>
  <dcterms:created xsi:type="dcterms:W3CDTF">2026-06-12T22:57:04Z</dcterms:created>
  <dcterms:modified xsi:type="dcterms:W3CDTF">2026-06-12T22:57:04Z</dcterms:modified>
</cp:coreProperties>
</file>